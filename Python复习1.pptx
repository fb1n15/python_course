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Bitter Medium" pitchFamily="2" charset="0"/>
      <p:regular r:id="rId14"/>
    </p:embeddedFont>
    <p:embeddedFont>
      <p:font typeface="Open Sans" panose="020B0606030504020204" pitchFamily="34" charset="0"/>
      <p:regular r:id="rId15"/>
      <p:bold r:id="rId1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846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ABC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8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82885"/>
            <a:ext cx="65440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Python 基础知识复习指南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3182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766786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4774406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4749879"/>
            <a:ext cx="2050733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B2E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Chandler Bi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58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变量与赋值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赋值运算符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Python使用等号(=)作为主要赋值运算符。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复合赋值运算符包括+=、-=、*=、/=等。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3611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变量命名规则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599521" y="419278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变量名只能包含字母、数字和下划线。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变量名不能以数字开头。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532673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区分大小写（name与Name是不同变量）。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9278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注释与关键字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341721"/>
            <a:ext cx="3664863" cy="2546985"/>
          </a:xfrm>
          <a:prstGeom prst="roundRect">
            <a:avLst>
              <a:gd name="adj" fmla="val 37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1028224" y="2576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注释标记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066574"/>
            <a:ext cx="319599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单行注释使用井号(#)。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28224" y="3565565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多行注释可以使用三引号('''或""")。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341721"/>
            <a:ext cx="3664863" cy="2546985"/>
          </a:xfrm>
          <a:prstGeom prst="roundRect">
            <a:avLst>
              <a:gd name="adj" fmla="val 3740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919901" y="25761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保留字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919901" y="3066574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关键字如if、else、for、while、def、class等。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919901" y="3928467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这些词有特殊含义，不能用作变量名。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115520"/>
            <a:ext cx="7556421" cy="1821180"/>
          </a:xfrm>
          <a:prstGeom prst="roundRect">
            <a:avLst>
              <a:gd name="adj" fmla="val 5231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028224" y="53499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编码习惯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8224" y="584037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良好的注释使代码更易读。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028224" y="633936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避免使用与关键字相似的变量名。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条件语句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基本语法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使用if、elif和else关键字构建条件分支。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语法结构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条件后使用冒号，语句块需要缩进。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比较运算符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使用==、!=、&gt;、&lt;、&gt;=、&lt;=进行比较。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544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逻辑运算符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7544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使用and、or、not组合多个条件。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475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列表操作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09645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2138958"/>
            <a:ext cx="340162" cy="4252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30906" y="2174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创建列表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530906" y="26647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空列表可以用[]或list()创建。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793790" y="348126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3523774"/>
            <a:ext cx="340162" cy="42529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元素类型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404955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Python列表可以包含不同类型的元素，这与C语言数组不同。</a:t>
            </a:r>
            <a:endParaRPr lang="en-US" sz="1750" dirty="0"/>
          </a:p>
        </p:txBody>
      </p:sp>
      <p:sp>
        <p:nvSpPr>
          <p:cNvPr id="12" name="Shape 7"/>
          <p:cNvSpPr/>
          <p:nvPr/>
        </p:nvSpPr>
        <p:spPr>
          <a:xfrm>
            <a:off x="793790" y="486608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4908590"/>
            <a:ext cx="340162" cy="4252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0906" y="4943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移除元素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30906" y="5434370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list.pop()方法可移除并返回列表末尾元素。</a:t>
            </a:r>
            <a:endParaRPr lang="en-US" sz="1750" dirty="0"/>
          </a:p>
        </p:txBody>
      </p:sp>
      <p:sp>
        <p:nvSpPr>
          <p:cNvPr id="16" name="Shape 10"/>
          <p:cNvSpPr/>
          <p:nvPr/>
        </p:nvSpPr>
        <p:spPr>
          <a:xfrm>
            <a:off x="793790" y="625090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860" y="6293406"/>
            <a:ext cx="340162" cy="425291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530906" y="63287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列表复制</a:t>
            </a:r>
            <a:endParaRPr lang="en-US" sz="2200" dirty="0"/>
          </a:p>
        </p:txBody>
      </p:sp>
      <p:sp>
        <p:nvSpPr>
          <p:cNvPr id="19" name="Text 12"/>
          <p:cNvSpPr/>
          <p:nvPr/>
        </p:nvSpPr>
        <p:spPr>
          <a:xfrm>
            <a:off x="1530906" y="6819186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使用list.copy()而非赋值可避免引用问题。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深入列表复制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直接赋值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list1 = list2创建引用，两个变量指向同一列表。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6731" y="31765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修改原列表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修改list2会影响list1，因为它们指向相同对象。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2604" y="3565088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7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浅拷贝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list1 = list2.copy()创建新列表，但嵌套对象仍共享。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064103" y="5790962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5" name="Text 10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深拷贝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使用copy模块的deepcopy()完全复制嵌套结构。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38230" y="5402461"/>
            <a:ext cx="339328" cy="424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265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4</a:t>
            </a:r>
            <a:endParaRPr lang="en-US" sz="2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函数定义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2985849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函数调用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087053"/>
            <a:ext cx="385393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通过函数名和括号调用，可传递参数。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187547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函数体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450675"/>
            <a:ext cx="31738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包含缩进的代码块，实现功能。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551170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3238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函数定义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5814298"/>
            <a:ext cx="419612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使用def关键字，后跟函数名和参数列表。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函数是Python程序的基本构建块。一个好的函数应当专注于单一任务，使代码模块化且易于理解。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7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用户输入与格式化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3146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167" y="2767251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194328" y="2539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input()函数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194328" y="3030379"/>
            <a:ext cx="29471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接收用户输入并返回字符串。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3080861" y="3604855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93790" y="3733443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89" y="4187547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68171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类型转换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68171" y="4450675"/>
            <a:ext cx="35148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使用int()、float()等转换输入类型。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5254704" y="5025152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E2C8B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9"/>
          <p:cNvSpPr/>
          <p:nvPr/>
        </p:nvSpPr>
        <p:spPr>
          <a:xfrm>
            <a:off x="793790" y="5153739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011" y="5607844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42014" y="5380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f-string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42014" y="5870972"/>
            <a:ext cx="374618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在Python 3.6+中简化字符串格式化。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7158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f-string示例：name = "小明"; age = 18; print(f"{name}今年{age}岁了")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2213" y="441722"/>
            <a:ext cx="4016097" cy="501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数学运算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13" y="1264920"/>
            <a:ext cx="13505974" cy="75633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2213" y="9008864"/>
            <a:ext cx="13505974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整数除法运算符(//)返回商的整数部分，如15//2得到7。这在需要整数结果时非常有用。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3006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C3F42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异常处理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7900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6790373" y="24790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尝试代码块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790373" y="2969419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在try块中放置可能引发异常的代码。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20351" y="355913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7130534" y="35591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捕获异常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30534" y="4049554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使用except关键字指定要捕获的异常类型。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960632" y="4639270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7470815" y="463927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处理异常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470815" y="5129689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提供代替方案或错误信息，避免程序崩溃。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7300913" y="5719405"/>
            <a:ext cx="170021" cy="853321"/>
          </a:xfrm>
          <a:prstGeom prst="roundRect">
            <a:avLst>
              <a:gd name="adj" fmla="val 56033"/>
            </a:avLst>
          </a:prstGeom>
          <a:solidFill>
            <a:srgbClr val="FCE2CF"/>
          </a:solidFill>
          <a:ln w="7620">
            <a:solidFill>
              <a:srgbClr val="E2C8B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811095" y="57194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2E3C"/>
                </a:solidFill>
                <a:latin typeface="Bitter Medium" pitchFamily="34" charset="0"/>
                <a:ea typeface="Bitter Medium" pitchFamily="34" charset="-122"/>
                <a:cs typeface="Bitter Medium" pitchFamily="34" charset="-120"/>
              </a:rPr>
              <a:t>清理资源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811095" y="6209824"/>
            <a:ext cx="60255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2E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finally块包含无论异常是否发生都会执行的代码。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0399CD5-4E03-CF48-7F33-EB39288A5601}"/>
              </a:ext>
            </a:extLst>
          </p:cNvPr>
          <p:cNvSpPr txBox="1"/>
          <p:nvPr/>
        </p:nvSpPr>
        <p:spPr>
          <a:xfrm>
            <a:off x="853440" y="536448"/>
            <a:ext cx="4169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/>
              <a:t>- Python</a:t>
            </a:r>
            <a:r>
              <a:rPr kumimoji="1" lang="zh-CN" altLang="en-US"/>
              <a:t>的集合，特点没有重复的元素</a:t>
            </a:r>
          </a:p>
          <a:p>
            <a:r>
              <a:rPr kumimoji="1" lang="en-US" altLang="zh-CN"/>
              <a:t>- </a:t>
            </a:r>
            <a:r>
              <a:rPr kumimoji="1" lang="en-GB" altLang="zh-CN"/>
              <a:t>text.upper() </a:t>
            </a:r>
            <a:r>
              <a:rPr kumimoji="1" lang="zh-CN" altLang="en-US"/>
              <a:t>函数</a:t>
            </a:r>
          </a:p>
          <a:p>
            <a:r>
              <a:rPr kumimoji="1" lang="en-US" altLang="zh-CN"/>
              <a:t>- </a:t>
            </a:r>
            <a:r>
              <a:rPr kumimoji="1" lang="en-GB" altLang="zh-CN"/>
              <a:t>dictionary </a:t>
            </a:r>
            <a:r>
              <a:rPr kumimoji="1" lang="zh-CN" altLang="en-US"/>
              <a:t>查询某个</a:t>
            </a:r>
            <a:r>
              <a:rPr kumimoji="1" lang="en-GB" altLang="zh-CN"/>
              <a:t>key</a:t>
            </a:r>
            <a:r>
              <a:rPr kumimoji="1" lang="zh-CN" altLang="en-US"/>
              <a:t>的</a:t>
            </a:r>
            <a:r>
              <a:rPr kumimoji="1" lang="en-GB" altLang="zh-CN"/>
              <a:t>value</a:t>
            </a:r>
          </a:p>
          <a:p>
            <a:r>
              <a:rPr kumimoji="1" lang="en-GB" altLang="zh-CN"/>
              <a:t>- lambda </a:t>
            </a:r>
            <a:r>
              <a:rPr kumimoji="1" lang="zh-CN" altLang="en-US"/>
              <a:t>函数的语法</a:t>
            </a:r>
          </a:p>
          <a:p>
            <a:r>
              <a:rPr kumimoji="1" lang="en-US" altLang="zh-CN"/>
              <a:t>- </a:t>
            </a:r>
            <a:r>
              <a:rPr kumimoji="1" lang="zh-CN" altLang="en-US"/>
              <a:t>写递归函数的注意事项</a:t>
            </a:r>
          </a:p>
        </p:txBody>
      </p:sp>
    </p:spTree>
    <p:extLst>
      <p:ext uri="{BB962C8B-B14F-4D97-AF65-F5344CB8AC3E}">
        <p14:creationId xmlns:p14="http://schemas.microsoft.com/office/powerpoint/2010/main" val="959499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313</Words>
  <Application>Microsoft Macintosh PowerPoint</Application>
  <PresentationFormat>自定义</PresentationFormat>
  <Paragraphs>93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Open Sans</vt:lpstr>
      <vt:lpstr>Bitter Medium</vt:lpstr>
      <vt:lpstr>Arial</vt:lpstr>
      <vt:lpstr>Open Sans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Fan B</cp:lastModifiedBy>
  <cp:revision>2</cp:revision>
  <dcterms:created xsi:type="dcterms:W3CDTF">2025-05-12T13:22:58Z</dcterms:created>
  <dcterms:modified xsi:type="dcterms:W3CDTF">2025-05-12T13:42:41Z</dcterms:modified>
</cp:coreProperties>
</file>